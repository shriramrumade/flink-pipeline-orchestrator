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Spring Boot + Python Redaction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 &amp; JEP Internal 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Spring Boot exposes REST APIs for text/file redaction</a:t>
            </a:r>
          </a:p>
          <a:p>
            <a:pPr/>
            <a:r>
              <a:t>Java service calls Python redaction logic internally</a:t>
            </a:r>
          </a:p>
          <a:p>
            <a:pPr/>
            <a:r>
              <a:t>JEP embeds CPython inside the JVM</a:t>
            </a:r>
          </a:p>
          <a:p>
            <a:pPr/>
            <a:r>
              <a:t>No external Python process is spawned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JEP (Java Embedded 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In-process Python execution</a:t>
            </a:r>
          </a:p>
          <a:p>
            <a:pPr/>
            <a:r>
              <a:t>Low latency compared to ProcessBuilder</a:t>
            </a:r>
          </a:p>
          <a:p>
            <a:pPr/>
            <a:r>
              <a:t>No IPC or serialization overhead</a:t>
            </a:r>
          </a:p>
          <a:p>
            <a:pPr/>
            <a:r>
              <a:t>Shared memory between Java and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r>
              <a:t>Client</a:t>
            </a:r>
          </a:p>
          <a:p>
            <a:r>
              <a:t>  |</a:t>
            </a:r>
          </a:p>
          <a:p>
            <a:r>
              <a:t>  | HTTP Request (Text / File)</a:t>
            </a:r>
          </a:p>
          <a:p>
            <a:r>
              <a:t>  v</a:t>
            </a:r>
          </a:p>
          <a:p>
            <a:r>
              <a:t>Spring Boot Controller</a:t>
            </a:r>
          </a:p>
          <a:p>
            <a:r>
              <a:t>  |</a:t>
            </a:r>
          </a:p>
          <a:p>
            <a:r>
              <a:t>  v</a:t>
            </a:r>
          </a:p>
          <a:p>
            <a:r>
              <a:t>Java Service Layer</a:t>
            </a:r>
          </a:p>
          <a:p>
            <a:r>
              <a:t>  |</a:t>
            </a:r>
          </a:p>
          <a:p>
            <a:r>
              <a:t>  | JEP API Call</a:t>
            </a:r>
          </a:p>
          <a:p>
            <a:r>
              <a:t>  v</a:t>
            </a:r>
          </a:p>
          <a:p>
            <a:r>
              <a:t>Embedded CPython Runtime</a:t>
            </a:r>
          </a:p>
          <a:p>
            <a:r>
              <a:t>  |</a:t>
            </a:r>
          </a:p>
          <a:p>
            <a:r>
              <a:t>  v</a:t>
            </a:r>
          </a:p>
          <a:p>
            <a:r>
              <a:t>Python Redaction Library</a:t>
            </a:r>
          </a:p>
          <a:p>
            <a:r>
              <a:t>  |</a:t>
            </a:r>
          </a:p>
          <a:p>
            <a:r>
              <a:t>  v</a:t>
            </a:r>
          </a:p>
          <a:p>
            <a:r>
              <a:t>Redacted Output -&gt; Client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JEP Works Internally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JVM loads native JEP library (libjep.so / .dylib)</a:t>
            </a:r>
          </a:p>
          <a:p>
            <a:pPr/>
            <a:r>
              <a:t>CPython interpreter initialized inside JVM</a:t>
            </a:r>
          </a:p>
          <a:p>
            <a:pPr/>
            <a:r>
              <a:t>Python sys.path configured</a:t>
            </a:r>
          </a:p>
          <a:p>
            <a:pPr/>
            <a:r>
              <a:t>Python modules loaded once at startup</a:t>
            </a:r>
          </a:p>
          <a:p>
            <a:pPr/>
            <a:r>
              <a:t>Java threads acquire Python interpreter instances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JEP Internal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r>
              <a:t>┌──────────────────────────────┐</a:t>
            </a:r>
          </a:p>
          <a:p>
            <a:r>
              <a:t>│            JVM               │</a:t>
            </a:r>
          </a:p>
          <a:p>
            <a:r>
              <a:t>│                              │</a:t>
            </a:r>
          </a:p>
          <a:p>
            <a:r>
              <a:t>│  ┌────────────────────────┐  │</a:t>
            </a:r>
          </a:p>
          <a:p>
            <a:r>
              <a:t>│  │ Java Thread             │  │</a:t>
            </a:r>
          </a:p>
          <a:p>
            <a:r>
              <a:t>│  │ (Spring Request)        │  │</a:t>
            </a:r>
          </a:p>
          <a:p>
            <a:r>
              <a:t>│  └───────────┬────────────┘  │</a:t>
            </a:r>
          </a:p>
          <a:p>
            <a:r>
              <a:t>│              │ JNI Call       │</a:t>
            </a:r>
          </a:p>
          <a:p>
            <a:r>
              <a:t>│  ┌───────────▼────────────┐  │</a:t>
            </a:r>
          </a:p>
          <a:p>
            <a:r>
              <a:t>│  │ JEP Native Layer        │  │</a:t>
            </a:r>
          </a:p>
          <a:p>
            <a:r>
              <a:t>│  │ (JNI + C Extensions)    │  │</a:t>
            </a:r>
          </a:p>
          <a:p>
            <a:r>
              <a:t>│  └───────────┬────────────┘  │</a:t>
            </a:r>
          </a:p>
          <a:p>
            <a:r>
              <a:t>│              │               │</a:t>
            </a:r>
          </a:p>
          <a:p>
            <a:r>
              <a:t>│  ┌───────────▼────────────┐  │</a:t>
            </a:r>
          </a:p>
          <a:p>
            <a:r>
              <a:t>│  │ CPython Interpreter     │  │</a:t>
            </a:r>
          </a:p>
          <a:p>
            <a:r>
              <a:t>│  │ (GIL Protected)         │  │</a:t>
            </a:r>
          </a:p>
          <a:p>
            <a:r>
              <a:t>│  └───────────┬────────────┘  │</a:t>
            </a:r>
          </a:p>
          <a:p>
            <a:r>
              <a:t>│              │               │</a:t>
            </a:r>
          </a:p>
          <a:p>
            <a:r>
              <a:t>│  ┌───────────▼────────────┐  │</a:t>
            </a:r>
          </a:p>
          <a:p>
            <a:r>
              <a:t>│  │ Python Redaction Code   │  │</a:t>
            </a:r>
          </a:p>
          <a:p>
            <a:r>
              <a:t>│  └────────────────────────┘  │</a:t>
            </a:r>
          </a:p>
          <a:p>
            <a:r>
              <a:t>└──────────────────────────────┘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Concurrency Model in JEP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Multiple Java threads handled by Spring Boot</a:t>
            </a:r>
          </a:p>
          <a:p>
            <a:pPr/>
            <a:r>
              <a:t>Each thread borrows a Python interpreter</a:t>
            </a:r>
          </a:p>
          <a:p>
            <a:pPr/>
            <a:r>
              <a:t>Python GIL ensures thread safety</a:t>
            </a:r>
          </a:p>
          <a:p>
            <a:pPr/>
            <a:r>
              <a:t>Interpreter pooling improves throughput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JVM can handle high TPS</a:t>
            </a:r>
          </a:p>
          <a:p>
            <a:pPr/>
            <a:r>
              <a:t>Interpreter pool size is configurable</a:t>
            </a:r>
          </a:p>
          <a:p>
            <a:pPr/>
            <a:r>
              <a:t>Horizontal scaling via multiple JVM instances</a:t>
            </a:r>
          </a:p>
          <a:p>
            <a:pPr/>
            <a:r>
              <a:t>Suitable for 1000+ TPS with 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In-memory processing only</a:t>
            </a:r>
          </a:p>
          <a:p>
            <a:pPr/>
            <a:r>
              <a:t>No temporary files needed</a:t>
            </a:r>
          </a:p>
          <a:p>
            <a:pPr/>
            <a:r>
              <a:t>TLS secured endpoints</a:t>
            </a:r>
          </a:p>
          <a:p>
            <a:pPr/>
            <a:r>
              <a:t>Optional audit logging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