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9601200"/>
  <p:notesSz cx="96012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84048"/>
            <a:ext cx="118872" cy="11887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Testing Governance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 Puneet Bansal  ·  architecture v1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874520" cy="7086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875">
            <a:solidFill>
              <a:srgbClr val="8695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Data Sources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Jira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Zephyr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Rally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✖️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Tech Investment Hub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SonarQube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234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715000"/>
            <a:ext cx="1508760" cy="0"/>
          </a:xfrm>
          <a:prstGeom prst="line">
            <a:avLst/>
          </a:prstGeom>
          <a:noFill/>
          <a:ln w="12700">
            <a:solidFill>
              <a:srgbClr val="C6D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852160"/>
            <a:ext cx="1463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TDM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21792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172200"/>
            <a:ext cx="1280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ITSM Connect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3767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767328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48840" y="3931920"/>
            <a:ext cx="13716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08960" y="3931920"/>
            <a:ext cx="3200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0" y="4910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4910328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5074920"/>
            <a:ext cx="13716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08960" y="5074920"/>
            <a:ext cx="3200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29000" y="3108960"/>
            <a:ext cx="4160520" cy="5074920"/>
          </a:xfrm>
          <a:prstGeom prst="roundRect">
            <a:avLst>
              <a:gd name="adj" fmla="val 1758"/>
            </a:avLst>
          </a:prstGeom>
          <a:solidFill>
            <a:srgbClr val="EAEFF6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218688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Lumi UDM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11880" y="3657600"/>
            <a:ext cx="1805940" cy="548640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657600"/>
            <a:ext cx="18059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Data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00700" y="3657600"/>
            <a:ext cx="1805940" cy="548640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0700" y="3657600"/>
            <a:ext cx="18059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ODL  e.g., Agile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11880" y="4389120"/>
            <a:ext cx="37947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4526280"/>
            <a:ext cx="3429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Management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794760" y="4983480"/>
            <a:ext cx="1668780" cy="685800"/>
          </a:xfrm>
          <a:prstGeom prst="roundRect">
            <a:avLst>
              <a:gd name="adj" fmla="val 6667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840480" y="4983480"/>
            <a:ext cx="15773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54980" y="4983480"/>
            <a:ext cx="1668780" cy="685800"/>
          </a:xfrm>
          <a:prstGeom prst="roundRect">
            <a:avLst>
              <a:gd name="adj" fmla="val 6667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00700" y="4983480"/>
            <a:ext cx="15773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Ingestion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94760" y="5806440"/>
            <a:ext cx="3429000" cy="548640"/>
          </a:xfrm>
          <a:prstGeom prst="roundRect">
            <a:avLst>
              <a:gd name="adj" fmla="val 8333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0" y="5806440"/>
            <a:ext cx="3337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Audit, Balancing &amp; Control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778240" y="12344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EFF6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Definition  (JSON)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8961120" y="1783080"/>
            <a:ext cx="1127760" cy="868680"/>
          </a:xfrm>
          <a:prstGeom prst="roundRect">
            <a:avLst>
              <a:gd name="adj" fmla="val 5263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006840" y="1783080"/>
            <a:ext cx="10363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TC linked with Req.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226040" y="1783080"/>
            <a:ext cx="1127760" cy="868680"/>
          </a:xfrm>
          <a:prstGeom prst="roundRect">
            <a:avLst>
              <a:gd name="adj" fmla="val 5263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271760" y="1783080"/>
            <a:ext cx="10363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of completed unit testing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1490960" y="1783080"/>
            <a:ext cx="1127760" cy="868680"/>
          </a:xfrm>
          <a:prstGeom prst="roundRect">
            <a:avLst>
              <a:gd name="adj" fmla="val 5263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1536680" y="1783080"/>
            <a:ext cx="10363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2893040" y="1600200"/>
            <a:ext cx="41148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33959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i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build by Arena Team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0789920" y="2834640"/>
            <a:ext cx="0" cy="2743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778240" y="3108960"/>
            <a:ext cx="4023360" cy="6263640"/>
          </a:xfrm>
          <a:prstGeom prst="roundRect">
            <a:avLst>
              <a:gd name="adj" fmla="val 1818"/>
            </a:avLst>
          </a:prstGeom>
          <a:solidFill>
            <a:srgbClr val="DBE9FF"/>
          </a:solidFill>
          <a:ln w="12700">
            <a:solidFill>
              <a:srgbClr val="B7CD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Metrics Build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961120" y="3922776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</p:spPr>
      </p:sp>
      <p:sp>
        <p:nvSpPr>
          <p:cNvPr id="59" name="Text 57"/>
          <p:cNvSpPr/>
          <p:nvPr/>
        </p:nvSpPr>
        <p:spPr>
          <a:xfrm>
            <a:off x="89611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Processor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281160" y="4251960"/>
            <a:ext cx="31089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Query Synthesizer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Scheduler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789920" y="4882896"/>
            <a:ext cx="0" cy="164592"/>
          </a:xfrm>
          <a:prstGeom prst="line">
            <a:avLst/>
          </a:prstGeom>
          <a:noFill/>
          <a:ln w="19050">
            <a:solidFill>
              <a:srgbClr val="8695A8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961120" y="5047488"/>
            <a:ext cx="2084832" cy="502920"/>
          </a:xfrm>
          <a:prstGeom prst="roundRect">
            <a:avLst>
              <a:gd name="adj" fmla="val 49091"/>
            </a:avLst>
          </a:prstGeom>
          <a:solidFill>
            <a:srgbClr val="2F6FED"/>
          </a:solidFill>
          <a:ln/>
        </p:spPr>
      </p:sp>
      <p:sp>
        <p:nvSpPr>
          <p:cNvPr id="63" name="Text 61"/>
          <p:cNvSpPr/>
          <p:nvPr/>
        </p:nvSpPr>
        <p:spPr>
          <a:xfrm>
            <a:off x="8961120" y="5047488"/>
            <a:ext cx="20848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Metrics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228832" y="5047488"/>
            <a:ext cx="1389888" cy="502920"/>
          </a:xfrm>
          <a:prstGeom prst="roundRect">
            <a:avLst>
              <a:gd name="adj" fmla="val 49091"/>
            </a:avLst>
          </a:prstGeom>
          <a:solidFill>
            <a:srgbClr val="16345C"/>
          </a:solidFill>
          <a:ln/>
        </p:spPr>
      </p:sp>
      <p:sp>
        <p:nvSpPr>
          <p:cNvPr id="65" name="Text 63"/>
          <p:cNvSpPr/>
          <p:nvPr/>
        </p:nvSpPr>
        <p:spPr>
          <a:xfrm>
            <a:off x="11228832" y="5047488"/>
            <a:ext cx="138988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Metrics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789920" y="5550408"/>
            <a:ext cx="0" cy="137160"/>
          </a:xfrm>
          <a:prstGeom prst="line">
            <a:avLst/>
          </a:prstGeom>
          <a:noFill/>
          <a:ln w="19050">
            <a:solidFill>
              <a:srgbClr val="8695A8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961120" y="568756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6345C"/>
          </a:solidFill>
          <a:ln/>
        </p:spPr>
      </p:sp>
      <p:sp>
        <p:nvSpPr>
          <p:cNvPr id="68" name="Text 66"/>
          <p:cNvSpPr/>
          <p:nvPr/>
        </p:nvSpPr>
        <p:spPr>
          <a:xfrm>
            <a:off x="8961120" y="5687568"/>
            <a:ext cx="36576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897112" y="3611880"/>
            <a:ext cx="3785616" cy="2624328"/>
          </a:xfrm>
          <a:prstGeom prst="roundRect">
            <a:avLst>
              <a:gd name="adj" fmla="val 3136"/>
            </a:avLst>
          </a:prstGeom>
          <a:ln w="15875">
            <a:solidFill>
              <a:srgbClr val="16345C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9034272" y="3593592"/>
            <a:ext cx="35661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i="1" dirty="0">
                <a:solidFill>
                  <a:srgbClr val="1634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🔒  Private GCP Workspace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789920" y="6236208"/>
            <a:ext cx="0" cy="45720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829800" y="631850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29800" y="6318504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⎈  via GKE-based API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966960" y="6693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285F4"/>
          </a:solidFill>
          <a:ln/>
        </p:spPr>
      </p:sp>
      <p:sp>
        <p:nvSpPr>
          <p:cNvPr id="75" name="Text 73"/>
          <p:cNvSpPr/>
          <p:nvPr/>
        </p:nvSpPr>
        <p:spPr>
          <a:xfrm>
            <a:off x="9966960" y="6693408"/>
            <a:ext cx="3840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▤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10469880" y="6665976"/>
            <a:ext cx="1371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GCP Cloud SQL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469880" y="6876288"/>
            <a:ext cx="1463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outside the workspace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961120" y="7260336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61120" y="7351776"/>
            <a:ext cx="3657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API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9144000" y="7717536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293849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9189720" y="7717536"/>
            <a:ext cx="1508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Discovery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0835640" y="7717536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293849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10881360" y="7717536"/>
            <a:ext cx="1508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Services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589520" y="4023360"/>
            <a:ext cx="1143000" cy="35661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triangl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7589520" y="5486400"/>
            <a:ext cx="1143000" cy="42062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triangl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3121640" y="3108960"/>
            <a:ext cx="384048" cy="6263640"/>
          </a:xfrm>
          <a:prstGeom prst="roundRect">
            <a:avLst>
              <a:gd name="adj" fmla="val 19048"/>
            </a:avLst>
          </a:prstGeom>
          <a:ln/>
        </p:spPr>
      </p:sp>
      <p:sp>
        <p:nvSpPr>
          <p:cNvPr id="87" name="Text 85"/>
          <p:cNvSpPr/>
          <p:nvPr/>
        </p:nvSpPr>
        <p:spPr>
          <a:xfrm rot="16200000">
            <a:off x="10181844" y="6048756"/>
            <a:ext cx="6263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 &amp; Access Control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3825728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Consumption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13825728" y="352044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935456" y="36210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BE9FF"/>
          </a:solidFill>
          <a:ln/>
        </p:spPr>
      </p:sp>
      <p:sp>
        <p:nvSpPr>
          <p:cNvPr id="91" name="Text 89"/>
          <p:cNvSpPr/>
          <p:nvPr/>
        </p:nvSpPr>
        <p:spPr>
          <a:xfrm>
            <a:off x="13935456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📊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14392656" y="3520440"/>
            <a:ext cx="1554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 and Dashboard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3825728" y="4233672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3935456" y="43342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BE9FF"/>
          </a:solidFill>
          <a:ln/>
        </p:spPr>
      </p:sp>
      <p:sp>
        <p:nvSpPr>
          <p:cNvPr id="95" name="Text 93"/>
          <p:cNvSpPr/>
          <p:nvPr/>
        </p:nvSpPr>
        <p:spPr>
          <a:xfrm>
            <a:off x="13935456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🔍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4392656" y="4233672"/>
            <a:ext cx="1554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 hoc Analysis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13825728" y="4946904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3935456" y="5047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BE9FF"/>
          </a:solidFill>
          <a:ln/>
        </p:spPr>
      </p:sp>
      <p:sp>
        <p:nvSpPr>
          <p:cNvPr id="99" name="Text 97"/>
          <p:cNvSpPr/>
          <p:nvPr/>
        </p:nvSpPr>
        <p:spPr>
          <a:xfrm>
            <a:off x="13935456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🤖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14392656" y="4946904"/>
            <a:ext cx="1554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ChatGPT connector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13825728" y="5980176"/>
            <a:ext cx="21945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Applications</a:t>
            </a:r>
            <a:endParaRPr lang="en-US" sz="1350" dirty="0"/>
          </a:p>
        </p:txBody>
      </p:sp>
      <p:sp>
        <p:nvSpPr>
          <p:cNvPr id="102" name="Shape 100"/>
          <p:cNvSpPr/>
          <p:nvPr/>
        </p:nvSpPr>
        <p:spPr>
          <a:xfrm>
            <a:off x="13825728" y="6391656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935456" y="6492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BE9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13935456" y="649224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⌨️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14392656" y="6391656"/>
            <a:ext cx="1554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SDLC Dashboard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3825728" y="7104888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3935456" y="7205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BE9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13935456" y="7205472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⌨️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14392656" y="7104888"/>
            <a:ext cx="1554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 Architecture Score Card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12847320" y="4480560"/>
            <a:ext cx="2743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3505688" y="4480560"/>
            <a:ext cx="3200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12847320" y="6254496"/>
            <a:ext cx="2743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13505688" y="6254496"/>
            <a:ext cx="3200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3429000" y="8412480"/>
            <a:ext cx="9372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6D2E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429000" y="8485632"/>
            <a:ext cx="9372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27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Services &amp; Accelerators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3611880" y="8796528"/>
            <a:ext cx="1691640" cy="41148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3657600" y="879652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 Management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5440680" y="8796528"/>
            <a:ext cx="1691640" cy="41148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5486400" y="879652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Governance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7269480" y="8796528"/>
            <a:ext cx="1691640" cy="41148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7315200" y="879652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Logging &amp; Monitoring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9098280" y="8796528"/>
            <a:ext cx="1691640" cy="41148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9144000" y="879652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Security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0927080" y="8796528"/>
            <a:ext cx="1691640" cy="41148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  <a:effectLst>
            <a:outerShdw sx="100000" sy="100000" kx="0" ky="0" algn="bl" rotWithShape="0" blurRad="38100" dist="12700" dir="5400000">
              <a:srgbClr val="0F2745">
                <a:alpha val="18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10972800" y="879652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and Search UI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3429000" y="9464040"/>
            <a:ext cx="9372600" cy="457200"/>
          </a:xfrm>
          <a:prstGeom prst="roundRect">
            <a:avLst>
              <a:gd name="adj" fmla="val 14000"/>
            </a:avLst>
          </a:prstGeom>
          <a:ln/>
        </p:spPr>
      </p:sp>
      <p:sp>
        <p:nvSpPr>
          <p:cNvPr id="127" name="Text 125"/>
          <p:cNvSpPr/>
          <p:nvPr/>
        </p:nvSpPr>
        <p:spPr>
          <a:xfrm>
            <a:off x="3429000" y="9464040"/>
            <a:ext cx="9372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Lumi  (Google Cloud Platform)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2026-07-19T11:14:04Z</dcterms:created>
  <dcterms:modified xsi:type="dcterms:W3CDTF">2026-07-19T11:14:04Z</dcterms:modified>
</cp:coreProperties>
</file>